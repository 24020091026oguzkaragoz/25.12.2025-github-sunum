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Arimo" panose="020B0604020202020204" pitchFamily="34" charset="0"/>
      <p:regular r:id="rId13"/>
    </p:embeddedFont>
    <p:embeddedFont>
      <p:font typeface="Arimo Bold" panose="020B0704020202020204" pitchFamily="34" charset="0"/>
      <p:regular r:id="rId14"/>
      <p:bold r:id="rId15"/>
    </p:embeddedFont>
    <p:embeddedFont>
      <p:font typeface="Open Sans 1" panose="020B0606030504020204" pitchFamily="34" charset="0"/>
      <p:regular r:id="rId16"/>
    </p:embeddedFont>
    <p:embeddedFont>
      <p:font typeface="Open Sans 1 Bold" panose="020B0806030504020204" pitchFamily="34" charset="0"/>
      <p:regular r:id="rId17"/>
      <p:bold r:id="rId18"/>
    </p:embeddedFont>
    <p:embeddedFont>
      <p:font typeface="Open Sans 2 Bold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4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56" autoAdjust="0"/>
  </p:normalViewPr>
  <p:slideViewPr>
    <p:cSldViewPr>
      <p:cViewPr varScale="1">
        <p:scale>
          <a:sx n="74" d="100"/>
          <a:sy n="74" d="100"/>
        </p:scale>
        <p:origin x="52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-scm.com/install/" TargetMode="External"/><Relationship Id="rId4" Type="http://schemas.openxmlformats.org/officeDocument/2006/relationships/hyperlink" Target="https://github.com/signu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638078" y="4448905"/>
            <a:ext cx="4722745" cy="1389189"/>
            <a:chOff x="0" y="0"/>
            <a:chExt cx="6296994" cy="1852253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 rot="-10800000">
              <a:off x="0" y="0"/>
              <a:ext cx="1848345" cy="1848345"/>
              <a:chOff x="0" y="0"/>
              <a:chExt cx="2653030" cy="26530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53030" cy="2654300"/>
              </a:xfrm>
              <a:custGeom>
                <a:avLst/>
                <a:gdLst/>
                <a:ahLst/>
                <a:cxnLst/>
                <a:rect l="l" t="t" r="r" b="b"/>
                <a:pathLst>
                  <a:path w="2653030" h="2654300">
                    <a:moveTo>
                      <a:pt x="0" y="1535430"/>
                    </a:moveTo>
                    <a:lnTo>
                      <a:pt x="0" y="1463040"/>
                    </a:lnTo>
                    <a:lnTo>
                      <a:pt x="1463040" y="0"/>
                    </a:lnTo>
                    <a:lnTo>
                      <a:pt x="1535430" y="0"/>
                    </a:lnTo>
                    <a:lnTo>
                      <a:pt x="0" y="1535430"/>
                    </a:lnTo>
                    <a:close/>
                    <a:moveTo>
                      <a:pt x="1681480" y="0"/>
                    </a:moveTo>
                    <a:lnTo>
                      <a:pt x="1609090" y="0"/>
                    </a:lnTo>
                    <a:lnTo>
                      <a:pt x="0" y="1607820"/>
                    </a:lnTo>
                    <a:lnTo>
                      <a:pt x="0" y="1680210"/>
                    </a:lnTo>
                    <a:lnTo>
                      <a:pt x="1681480" y="0"/>
                    </a:lnTo>
                    <a:close/>
                    <a:moveTo>
                      <a:pt x="1390650" y="0"/>
                    </a:moveTo>
                    <a:lnTo>
                      <a:pt x="1318260" y="0"/>
                    </a:lnTo>
                    <a:lnTo>
                      <a:pt x="0" y="1318260"/>
                    </a:lnTo>
                    <a:lnTo>
                      <a:pt x="0" y="1390650"/>
                    </a:lnTo>
                    <a:lnTo>
                      <a:pt x="1390650" y="0"/>
                    </a:lnTo>
                    <a:close/>
                    <a:moveTo>
                      <a:pt x="1245870" y="0"/>
                    </a:moveTo>
                    <a:lnTo>
                      <a:pt x="1173480" y="0"/>
                    </a:lnTo>
                    <a:lnTo>
                      <a:pt x="0" y="1173480"/>
                    </a:lnTo>
                    <a:lnTo>
                      <a:pt x="0" y="1245870"/>
                    </a:lnTo>
                    <a:lnTo>
                      <a:pt x="1245870" y="0"/>
                    </a:lnTo>
                    <a:close/>
                    <a:moveTo>
                      <a:pt x="1826260" y="0"/>
                    </a:moveTo>
                    <a:lnTo>
                      <a:pt x="1753870" y="0"/>
                    </a:lnTo>
                    <a:lnTo>
                      <a:pt x="0" y="1753870"/>
                    </a:lnTo>
                    <a:lnTo>
                      <a:pt x="0" y="1826260"/>
                    </a:lnTo>
                    <a:lnTo>
                      <a:pt x="1826260" y="0"/>
                    </a:lnTo>
                    <a:close/>
                    <a:moveTo>
                      <a:pt x="2260600" y="0"/>
                    </a:moveTo>
                    <a:lnTo>
                      <a:pt x="2188210" y="0"/>
                    </a:lnTo>
                    <a:lnTo>
                      <a:pt x="0" y="2188210"/>
                    </a:lnTo>
                    <a:lnTo>
                      <a:pt x="0" y="2260600"/>
                    </a:lnTo>
                    <a:lnTo>
                      <a:pt x="2260600" y="0"/>
                    </a:lnTo>
                    <a:close/>
                    <a:moveTo>
                      <a:pt x="2551430" y="0"/>
                    </a:moveTo>
                    <a:lnTo>
                      <a:pt x="2479040" y="0"/>
                    </a:lnTo>
                    <a:lnTo>
                      <a:pt x="0" y="2479040"/>
                    </a:lnTo>
                    <a:lnTo>
                      <a:pt x="0" y="2551430"/>
                    </a:lnTo>
                    <a:lnTo>
                      <a:pt x="2551430" y="0"/>
                    </a:lnTo>
                    <a:close/>
                    <a:moveTo>
                      <a:pt x="2405380" y="0"/>
                    </a:moveTo>
                    <a:lnTo>
                      <a:pt x="2332990" y="0"/>
                    </a:lnTo>
                    <a:lnTo>
                      <a:pt x="0" y="2332990"/>
                    </a:lnTo>
                    <a:lnTo>
                      <a:pt x="0" y="2405380"/>
                    </a:lnTo>
                    <a:lnTo>
                      <a:pt x="2405380" y="0"/>
                    </a:lnTo>
                    <a:close/>
                    <a:moveTo>
                      <a:pt x="2115820" y="0"/>
                    </a:moveTo>
                    <a:lnTo>
                      <a:pt x="2043430" y="0"/>
                    </a:lnTo>
                    <a:lnTo>
                      <a:pt x="0" y="2043430"/>
                    </a:lnTo>
                    <a:lnTo>
                      <a:pt x="0" y="2115820"/>
                    </a:lnTo>
                    <a:lnTo>
                      <a:pt x="2115820" y="0"/>
                    </a:lnTo>
                    <a:close/>
                    <a:moveTo>
                      <a:pt x="375920" y="0"/>
                    </a:moveTo>
                    <a:lnTo>
                      <a:pt x="303530" y="0"/>
                    </a:lnTo>
                    <a:lnTo>
                      <a:pt x="0" y="303530"/>
                    </a:lnTo>
                    <a:lnTo>
                      <a:pt x="0" y="375920"/>
                    </a:lnTo>
                    <a:lnTo>
                      <a:pt x="375920" y="0"/>
                    </a:lnTo>
                    <a:close/>
                    <a:moveTo>
                      <a:pt x="1101090" y="0"/>
                    </a:moveTo>
                    <a:lnTo>
                      <a:pt x="1028700" y="0"/>
                    </a:lnTo>
                    <a:lnTo>
                      <a:pt x="0" y="1028700"/>
                    </a:lnTo>
                    <a:lnTo>
                      <a:pt x="0" y="1101090"/>
                    </a:lnTo>
                    <a:lnTo>
                      <a:pt x="1101090" y="0"/>
                    </a:lnTo>
                    <a:close/>
                    <a:moveTo>
                      <a:pt x="2653030" y="0"/>
                    </a:moveTo>
                    <a:lnTo>
                      <a:pt x="2623820" y="0"/>
                    </a:lnTo>
                    <a:lnTo>
                      <a:pt x="0" y="2623820"/>
                    </a:lnTo>
                    <a:lnTo>
                      <a:pt x="0" y="2653030"/>
                    </a:lnTo>
                    <a:lnTo>
                      <a:pt x="43180" y="2653030"/>
                    </a:lnTo>
                    <a:lnTo>
                      <a:pt x="2653030" y="43180"/>
                    </a:lnTo>
                    <a:lnTo>
                      <a:pt x="2653030" y="0"/>
                    </a:lnTo>
                    <a:close/>
                    <a:moveTo>
                      <a:pt x="520700" y="0"/>
                    </a:moveTo>
                    <a:lnTo>
                      <a:pt x="448310" y="0"/>
                    </a:lnTo>
                    <a:lnTo>
                      <a:pt x="0" y="448310"/>
                    </a:lnTo>
                    <a:lnTo>
                      <a:pt x="0" y="520700"/>
                    </a:lnTo>
                    <a:lnTo>
                      <a:pt x="520700" y="0"/>
                    </a:lnTo>
                    <a:close/>
                    <a:moveTo>
                      <a:pt x="85090" y="0"/>
                    </a:moveTo>
                    <a:lnTo>
                      <a:pt x="12700" y="0"/>
                    </a:lnTo>
                    <a:lnTo>
                      <a:pt x="0" y="12700"/>
                    </a:lnTo>
                    <a:lnTo>
                      <a:pt x="0" y="85090"/>
                    </a:lnTo>
                    <a:lnTo>
                      <a:pt x="85090" y="0"/>
                    </a:lnTo>
                    <a:close/>
                    <a:moveTo>
                      <a:pt x="231140" y="0"/>
                    </a:moveTo>
                    <a:lnTo>
                      <a:pt x="158750" y="0"/>
                    </a:lnTo>
                    <a:lnTo>
                      <a:pt x="0" y="157480"/>
                    </a:lnTo>
                    <a:lnTo>
                      <a:pt x="0" y="229870"/>
                    </a:lnTo>
                    <a:lnTo>
                      <a:pt x="231140" y="0"/>
                    </a:lnTo>
                    <a:close/>
                    <a:moveTo>
                      <a:pt x="0" y="956310"/>
                    </a:moveTo>
                    <a:lnTo>
                      <a:pt x="956310" y="0"/>
                    </a:lnTo>
                    <a:lnTo>
                      <a:pt x="883920" y="0"/>
                    </a:lnTo>
                    <a:lnTo>
                      <a:pt x="0" y="882650"/>
                    </a:lnTo>
                    <a:lnTo>
                      <a:pt x="0" y="956310"/>
                    </a:lnTo>
                    <a:close/>
                    <a:moveTo>
                      <a:pt x="665480" y="0"/>
                    </a:moveTo>
                    <a:lnTo>
                      <a:pt x="593090" y="0"/>
                    </a:lnTo>
                    <a:lnTo>
                      <a:pt x="0" y="593090"/>
                    </a:lnTo>
                    <a:lnTo>
                      <a:pt x="0" y="665480"/>
                    </a:lnTo>
                    <a:lnTo>
                      <a:pt x="665480" y="0"/>
                    </a:lnTo>
                    <a:close/>
                    <a:moveTo>
                      <a:pt x="810260" y="0"/>
                    </a:moveTo>
                    <a:lnTo>
                      <a:pt x="737870" y="0"/>
                    </a:lnTo>
                    <a:lnTo>
                      <a:pt x="0" y="737870"/>
                    </a:lnTo>
                    <a:lnTo>
                      <a:pt x="0" y="810260"/>
                    </a:lnTo>
                    <a:lnTo>
                      <a:pt x="810260" y="0"/>
                    </a:lnTo>
                    <a:close/>
                    <a:moveTo>
                      <a:pt x="1971040" y="0"/>
                    </a:moveTo>
                    <a:lnTo>
                      <a:pt x="1898650" y="0"/>
                    </a:lnTo>
                    <a:lnTo>
                      <a:pt x="0" y="1898650"/>
                    </a:lnTo>
                    <a:lnTo>
                      <a:pt x="0" y="1971040"/>
                    </a:lnTo>
                    <a:lnTo>
                      <a:pt x="1971040" y="0"/>
                    </a:lnTo>
                    <a:close/>
                    <a:moveTo>
                      <a:pt x="2653030" y="1783080"/>
                    </a:moveTo>
                    <a:lnTo>
                      <a:pt x="2653030" y="1710690"/>
                    </a:lnTo>
                    <a:lnTo>
                      <a:pt x="1710690" y="2653030"/>
                    </a:lnTo>
                    <a:lnTo>
                      <a:pt x="1783080" y="2653030"/>
                    </a:lnTo>
                    <a:lnTo>
                      <a:pt x="2653030" y="1783080"/>
                    </a:lnTo>
                    <a:close/>
                    <a:moveTo>
                      <a:pt x="2653030" y="1927860"/>
                    </a:moveTo>
                    <a:lnTo>
                      <a:pt x="2653030" y="1855470"/>
                    </a:lnTo>
                    <a:lnTo>
                      <a:pt x="1855470" y="2653030"/>
                    </a:lnTo>
                    <a:lnTo>
                      <a:pt x="1927860" y="2653030"/>
                    </a:lnTo>
                    <a:lnTo>
                      <a:pt x="2653030" y="1927860"/>
                    </a:lnTo>
                    <a:close/>
                    <a:moveTo>
                      <a:pt x="2653030" y="2072640"/>
                    </a:moveTo>
                    <a:lnTo>
                      <a:pt x="2653030" y="2000250"/>
                    </a:lnTo>
                    <a:lnTo>
                      <a:pt x="2000250" y="2653030"/>
                    </a:lnTo>
                    <a:lnTo>
                      <a:pt x="2072640" y="2653030"/>
                    </a:lnTo>
                    <a:lnTo>
                      <a:pt x="2653030" y="2072640"/>
                    </a:lnTo>
                    <a:close/>
                    <a:moveTo>
                      <a:pt x="2653030" y="1638300"/>
                    </a:moveTo>
                    <a:lnTo>
                      <a:pt x="2653030" y="1565910"/>
                    </a:lnTo>
                    <a:lnTo>
                      <a:pt x="1564640" y="2654300"/>
                    </a:lnTo>
                    <a:lnTo>
                      <a:pt x="1637030" y="2654300"/>
                    </a:lnTo>
                    <a:lnTo>
                      <a:pt x="2653030" y="1638300"/>
                    </a:lnTo>
                    <a:close/>
                    <a:moveTo>
                      <a:pt x="2217420" y="2653030"/>
                    </a:moveTo>
                    <a:lnTo>
                      <a:pt x="2653030" y="2217420"/>
                    </a:lnTo>
                    <a:lnTo>
                      <a:pt x="2653030" y="2145030"/>
                    </a:lnTo>
                    <a:lnTo>
                      <a:pt x="2145030" y="2653030"/>
                    </a:lnTo>
                    <a:lnTo>
                      <a:pt x="2217420" y="2653030"/>
                    </a:lnTo>
                    <a:close/>
                    <a:moveTo>
                      <a:pt x="2653030" y="2580640"/>
                    </a:moveTo>
                    <a:lnTo>
                      <a:pt x="2580640" y="2653030"/>
                    </a:lnTo>
                    <a:lnTo>
                      <a:pt x="2653030" y="2653030"/>
                    </a:lnTo>
                    <a:lnTo>
                      <a:pt x="2653030" y="2580640"/>
                    </a:lnTo>
                    <a:close/>
                    <a:moveTo>
                      <a:pt x="2653030" y="2508250"/>
                    </a:moveTo>
                    <a:lnTo>
                      <a:pt x="2653030" y="2435860"/>
                    </a:lnTo>
                    <a:lnTo>
                      <a:pt x="2435860" y="2653030"/>
                    </a:lnTo>
                    <a:lnTo>
                      <a:pt x="2508250" y="2653030"/>
                    </a:lnTo>
                    <a:lnTo>
                      <a:pt x="2653030" y="2508250"/>
                    </a:lnTo>
                    <a:close/>
                    <a:moveTo>
                      <a:pt x="2653030" y="2363470"/>
                    </a:moveTo>
                    <a:lnTo>
                      <a:pt x="2653030" y="2291080"/>
                    </a:lnTo>
                    <a:lnTo>
                      <a:pt x="2291080" y="2653030"/>
                    </a:lnTo>
                    <a:lnTo>
                      <a:pt x="2363470" y="2653030"/>
                    </a:lnTo>
                    <a:lnTo>
                      <a:pt x="2653030" y="2363470"/>
                    </a:lnTo>
                    <a:close/>
                    <a:moveTo>
                      <a:pt x="2653030" y="1492250"/>
                    </a:moveTo>
                    <a:lnTo>
                      <a:pt x="2653030" y="1419860"/>
                    </a:lnTo>
                    <a:lnTo>
                      <a:pt x="1419860" y="2653030"/>
                    </a:lnTo>
                    <a:lnTo>
                      <a:pt x="1492250" y="2653030"/>
                    </a:lnTo>
                    <a:lnTo>
                      <a:pt x="2653030" y="1492250"/>
                    </a:lnTo>
                    <a:close/>
                    <a:moveTo>
                      <a:pt x="2653030" y="187960"/>
                    </a:moveTo>
                    <a:lnTo>
                      <a:pt x="2653030" y="115570"/>
                    </a:lnTo>
                    <a:lnTo>
                      <a:pt x="115570" y="2653030"/>
                    </a:lnTo>
                    <a:lnTo>
                      <a:pt x="187960" y="2653030"/>
                    </a:lnTo>
                    <a:lnTo>
                      <a:pt x="2653030" y="187960"/>
                    </a:lnTo>
                    <a:close/>
                    <a:moveTo>
                      <a:pt x="2653030" y="622300"/>
                    </a:moveTo>
                    <a:lnTo>
                      <a:pt x="2653030" y="549910"/>
                    </a:lnTo>
                    <a:lnTo>
                      <a:pt x="549910" y="2653030"/>
                    </a:lnTo>
                    <a:lnTo>
                      <a:pt x="622300" y="2653030"/>
                    </a:lnTo>
                    <a:lnTo>
                      <a:pt x="2653030" y="622300"/>
                    </a:lnTo>
                    <a:close/>
                    <a:moveTo>
                      <a:pt x="2653030" y="477520"/>
                    </a:moveTo>
                    <a:lnTo>
                      <a:pt x="2653030" y="405130"/>
                    </a:lnTo>
                    <a:lnTo>
                      <a:pt x="405130" y="2653030"/>
                    </a:lnTo>
                    <a:lnTo>
                      <a:pt x="477520" y="2653030"/>
                    </a:lnTo>
                    <a:lnTo>
                      <a:pt x="2653030" y="477520"/>
                    </a:lnTo>
                    <a:close/>
                    <a:moveTo>
                      <a:pt x="2653030" y="1347470"/>
                    </a:moveTo>
                    <a:lnTo>
                      <a:pt x="2653030" y="1275080"/>
                    </a:lnTo>
                    <a:lnTo>
                      <a:pt x="1275080" y="2653030"/>
                    </a:lnTo>
                    <a:lnTo>
                      <a:pt x="1347470" y="2653030"/>
                    </a:lnTo>
                    <a:lnTo>
                      <a:pt x="2653030" y="1347470"/>
                    </a:lnTo>
                    <a:close/>
                    <a:moveTo>
                      <a:pt x="2653030" y="767080"/>
                    </a:moveTo>
                    <a:lnTo>
                      <a:pt x="2653030" y="694690"/>
                    </a:lnTo>
                    <a:lnTo>
                      <a:pt x="694690" y="2653030"/>
                    </a:lnTo>
                    <a:lnTo>
                      <a:pt x="767080" y="2653030"/>
                    </a:lnTo>
                    <a:lnTo>
                      <a:pt x="2653030" y="767080"/>
                    </a:lnTo>
                    <a:close/>
                    <a:moveTo>
                      <a:pt x="2653030" y="332740"/>
                    </a:moveTo>
                    <a:lnTo>
                      <a:pt x="2653030" y="260350"/>
                    </a:lnTo>
                    <a:lnTo>
                      <a:pt x="260350" y="2653030"/>
                    </a:lnTo>
                    <a:lnTo>
                      <a:pt x="332740" y="2653030"/>
                    </a:lnTo>
                    <a:lnTo>
                      <a:pt x="2653030" y="332740"/>
                    </a:lnTo>
                    <a:close/>
                    <a:moveTo>
                      <a:pt x="2653030" y="1202690"/>
                    </a:moveTo>
                    <a:lnTo>
                      <a:pt x="2653030" y="1130300"/>
                    </a:lnTo>
                    <a:lnTo>
                      <a:pt x="1130300" y="2653030"/>
                    </a:lnTo>
                    <a:lnTo>
                      <a:pt x="1202690" y="2653030"/>
                    </a:lnTo>
                    <a:lnTo>
                      <a:pt x="2653030" y="1202690"/>
                    </a:lnTo>
                    <a:close/>
                    <a:moveTo>
                      <a:pt x="2653030" y="913130"/>
                    </a:moveTo>
                    <a:lnTo>
                      <a:pt x="2653030" y="840740"/>
                    </a:lnTo>
                    <a:lnTo>
                      <a:pt x="840740" y="2653030"/>
                    </a:lnTo>
                    <a:lnTo>
                      <a:pt x="913130" y="2653030"/>
                    </a:lnTo>
                    <a:lnTo>
                      <a:pt x="2653030" y="913130"/>
                    </a:lnTo>
                    <a:close/>
                    <a:moveTo>
                      <a:pt x="2653030" y="1057910"/>
                    </a:moveTo>
                    <a:lnTo>
                      <a:pt x="2653030" y="985520"/>
                    </a:lnTo>
                    <a:lnTo>
                      <a:pt x="985520" y="2653030"/>
                    </a:lnTo>
                    <a:lnTo>
                      <a:pt x="1057910" y="2653030"/>
                    </a:lnTo>
                    <a:lnTo>
                      <a:pt x="2653030" y="1057910"/>
                    </a:lnTo>
                    <a:close/>
                  </a:path>
                </a:pathLst>
              </a:custGeom>
              <a:solidFill>
                <a:srgbClr val="3B4B50"/>
              </a:solidFill>
            </p:spPr>
            <p:txBody>
              <a:bodyPr/>
              <a:lstStyle/>
              <a:p>
                <a:endParaRPr lang="en-TR"/>
              </a:p>
            </p:txBody>
          </p:sp>
        </p:grpSp>
        <p:sp>
          <p:nvSpPr>
            <p:cNvPr id="5" name="AutoShape 5"/>
            <p:cNvSpPr/>
            <p:nvPr/>
          </p:nvSpPr>
          <p:spPr>
            <a:xfrm rot="-10800000">
              <a:off x="4448649" y="7814"/>
              <a:ext cx="1848345" cy="1840531"/>
            </a:xfrm>
            <a:prstGeom prst="rect">
              <a:avLst/>
            </a:prstGeom>
            <a:solidFill>
              <a:srgbClr val="3B4B50"/>
            </a:solidFill>
          </p:spPr>
          <p:txBody>
            <a:bodyPr/>
            <a:lstStyle/>
            <a:p>
              <a:endParaRPr lang="en-TR"/>
            </a:p>
          </p:txBody>
        </p: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 rot="-10800000">
              <a:off x="2224324" y="3907"/>
              <a:ext cx="1848345" cy="1848345"/>
              <a:chOff x="0" y="0"/>
              <a:chExt cx="1708150" cy="17081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706883" cy="1708150"/>
              </a:xfrm>
              <a:custGeom>
                <a:avLst/>
                <a:gdLst/>
                <a:ahLst/>
                <a:cxnLst/>
                <a:rect l="l" t="t" r="r" b="b"/>
                <a:pathLst>
                  <a:path w="1706883" h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3B4B50"/>
              </a:solidFill>
            </p:spPr>
            <p:txBody>
              <a:bodyPr/>
              <a:lstStyle/>
              <a:p>
                <a:endParaRPr lang="en-TR"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3512702" y="2810203"/>
            <a:ext cx="13557206" cy="4666593"/>
            <a:chOff x="0" y="0"/>
            <a:chExt cx="18076275" cy="6222124"/>
          </a:xfrm>
        </p:grpSpPr>
        <p:sp>
          <p:nvSpPr>
            <p:cNvPr id="9" name="TextBox 9"/>
            <p:cNvSpPr txBox="1"/>
            <p:nvPr/>
          </p:nvSpPr>
          <p:spPr>
            <a:xfrm>
              <a:off x="0" y="-76200"/>
              <a:ext cx="18076275" cy="35679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783"/>
                </a:lnSpc>
              </a:pPr>
              <a:r>
                <a:rPr lang="en-US" sz="8294" b="1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Java Projelerinde Git ve GitHub Kullanımı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891164"/>
              <a:ext cx="18076275" cy="1330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99"/>
                </a:lnSpc>
              </a:pPr>
              <a:r>
                <a:rPr lang="en-US" sz="2799" u="none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Ece Nur Arı - 24020091022</a:t>
              </a:r>
            </a:p>
            <a:p>
              <a:pPr marL="0" lvl="0" indent="0" algn="l">
                <a:lnSpc>
                  <a:spcPts val="4199"/>
                </a:lnSpc>
              </a:pPr>
              <a:r>
                <a:rPr lang="en-US" sz="2799" u="none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Oğuz Karagöz - 24020091026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3982074"/>
              <a:ext cx="1324627" cy="223120"/>
            </a:xfrm>
            <a:prstGeom prst="rect">
              <a:avLst/>
            </a:prstGeom>
            <a:solidFill>
              <a:srgbClr val="3B4B50"/>
            </a:solidFill>
          </p:spPr>
          <p:txBody>
            <a:bodyPr/>
            <a:lstStyle/>
            <a:p>
              <a:endParaRPr lang="en-TR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899094" y="5920694"/>
            <a:ext cx="3168358" cy="3168358"/>
          </a:xfrm>
          <a:custGeom>
            <a:avLst/>
            <a:gdLst/>
            <a:ahLst/>
            <a:cxnLst/>
            <a:rect l="l" t="t" r="r" b="b"/>
            <a:pathLst>
              <a:path w="3168358" h="3168358">
                <a:moveTo>
                  <a:pt x="0" y="0"/>
                </a:moveTo>
                <a:lnTo>
                  <a:pt x="3168358" y="0"/>
                </a:lnTo>
                <a:lnTo>
                  <a:pt x="3168358" y="3168358"/>
                </a:lnTo>
                <a:lnTo>
                  <a:pt x="0" y="3168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3" name="Freeform 13"/>
          <p:cNvSpPr/>
          <p:nvPr/>
        </p:nvSpPr>
        <p:spPr>
          <a:xfrm>
            <a:off x="14067452" y="5920694"/>
            <a:ext cx="3168358" cy="3168358"/>
          </a:xfrm>
          <a:custGeom>
            <a:avLst/>
            <a:gdLst/>
            <a:ahLst/>
            <a:cxnLst/>
            <a:rect l="l" t="t" r="r" b="b"/>
            <a:pathLst>
              <a:path w="3168358" h="3168358">
                <a:moveTo>
                  <a:pt x="0" y="0"/>
                </a:moveTo>
                <a:lnTo>
                  <a:pt x="3168358" y="0"/>
                </a:lnTo>
                <a:lnTo>
                  <a:pt x="3168358" y="3168358"/>
                </a:lnTo>
                <a:lnTo>
                  <a:pt x="0" y="3168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BB70A-CDFE-438B-086E-9AF5C62E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221BE41-EF2C-775A-715A-F70F9FD2F1C3}"/>
              </a:ext>
            </a:extLst>
          </p:cNvPr>
          <p:cNvSpPr txBox="1"/>
          <p:nvPr/>
        </p:nvSpPr>
        <p:spPr>
          <a:xfrm>
            <a:off x="1028700" y="895350"/>
            <a:ext cx="9725133" cy="88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5"/>
              </a:lnSpc>
            </a:pPr>
            <a:r>
              <a:rPr lang="en-US" sz="5446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Git </a:t>
            </a:r>
            <a:r>
              <a:rPr lang="en-US" sz="5446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Tanımı</a:t>
            </a:r>
            <a:r>
              <a:rPr lang="en-US" sz="5446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5446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ve</a:t>
            </a:r>
            <a:r>
              <a:rPr lang="en-US" sz="5446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5446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Kısa</a:t>
            </a:r>
            <a:r>
              <a:rPr lang="en-US" sz="5446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5446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Tarihi</a:t>
            </a:r>
            <a:endParaRPr lang="en-US" sz="5446" b="1" dirty="0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FB2E131-5BF2-D606-E733-F2947DEF7F4D}"/>
              </a:ext>
            </a:extLst>
          </p:cNvPr>
          <p:cNvSpPr txBox="1"/>
          <p:nvPr/>
        </p:nvSpPr>
        <p:spPr>
          <a:xfrm>
            <a:off x="17684432" y="9349381"/>
            <a:ext cx="239114" cy="58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8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  <p:pic>
        <p:nvPicPr>
          <p:cNvPr id="18" name="Picture 17" descr="A person with glasses and a black sweater&#10;&#10;AI-generated content may be incorrect.">
            <a:extLst>
              <a:ext uri="{FF2B5EF4-FFF2-40B4-BE49-F238E27FC236}">
                <a16:creationId xmlns:a16="http://schemas.microsoft.com/office/drawing/2014/main" id="{DC88AC3F-1D6C-F616-25FD-D109E0844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-156799"/>
            <a:ext cx="7010400" cy="10443799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6FC21652-8DB7-4118-0E6D-2A112183B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385721"/>
            <a:ext cx="15240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TR" altLang="en-T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Git Nedir?</a:t>
            </a:r>
            <a:r>
              <a:rPr kumimoji="0" lang="en-TR" altLang="en-T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Yazılım projelerindeki değişiklikleri zaman akışı içinde kaydeden,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TR" altLang="en-T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		"dağıtık" bir versiyon kontrol sistemidir.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TR" altLang="en-T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TR" altLang="en-T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Tarihçesi</a:t>
            </a:r>
            <a:r>
              <a:rPr kumimoji="0" lang="en-TR" altLang="en-T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2005 yılında, Linux çekirdeğinin geliştirilmesinde kullanılan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TR" altLang="en-TR" sz="2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kumimoji="0" lang="en-TR" altLang="en-T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eski sistemlerin yetersiz kalması üzerine bizzat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TR" altLang="en-TR" sz="2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kumimoji="0" lang="en-TR" altLang="en-T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Linus Torvalds</a:t>
            </a:r>
            <a:r>
              <a:rPr kumimoji="0" lang="en-TR" altLang="en-T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tarafından geliştirilmiştir.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TR" altLang="en-T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TR" altLang="en-T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Hız ve Güvenlik</a:t>
            </a:r>
            <a:r>
              <a:rPr kumimoji="0" lang="en-TR" altLang="en-T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İlk günden itibaren yüksek performans, veri bütünlüğü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TR" altLang="en-TR" sz="2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kumimoji="0" lang="en-TR" altLang="en-T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 dallanma (branching) mekanizmalarına odaklanılarak tasarlanmıştır.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TR" altLang="en-T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TR" altLang="en-T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Sektör Standardı</a:t>
            </a:r>
            <a:r>
              <a:rPr kumimoji="0" lang="en-TR" altLang="en-T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Bugün dünyadaki açık kaynaklı ve ticari projelerin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TR" altLang="en-TR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%90'ından fazlası versiyon takibi için Git yapısını kullanmaktadır.</a:t>
            </a:r>
          </a:p>
        </p:txBody>
      </p:sp>
    </p:spTree>
    <p:extLst>
      <p:ext uri="{BB962C8B-B14F-4D97-AF65-F5344CB8AC3E}">
        <p14:creationId xmlns:p14="http://schemas.microsoft.com/office/powerpoint/2010/main" val="26192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786922" y="0"/>
            <a:ext cx="6501078" cy="10287000"/>
          </a:xfrm>
          <a:custGeom>
            <a:avLst/>
            <a:gdLst/>
            <a:ahLst/>
            <a:cxnLst/>
            <a:rect l="l" t="t" r="r" b="b"/>
            <a:pathLst>
              <a:path w="6501078" h="10287000">
                <a:moveTo>
                  <a:pt x="0" y="0"/>
                </a:moveTo>
                <a:lnTo>
                  <a:pt x="6501078" y="0"/>
                </a:lnTo>
                <a:lnTo>
                  <a:pt x="65010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" b="-84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351961" y="4888888"/>
            <a:ext cx="4816233" cy="5047315"/>
          </a:xfrm>
          <a:custGeom>
            <a:avLst/>
            <a:gdLst/>
            <a:ahLst/>
            <a:cxnLst/>
            <a:rect l="l" t="t" r="r" b="b"/>
            <a:pathLst>
              <a:path w="4816233" h="5047315">
                <a:moveTo>
                  <a:pt x="0" y="0"/>
                </a:moveTo>
                <a:lnTo>
                  <a:pt x="4816234" y="0"/>
                </a:lnTo>
                <a:lnTo>
                  <a:pt x="4816234" y="5047315"/>
                </a:lnTo>
                <a:lnTo>
                  <a:pt x="0" y="5047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1028700" y="895350"/>
            <a:ext cx="9725133" cy="959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5"/>
              </a:lnSpc>
            </a:pPr>
            <a:r>
              <a:rPr lang="en-US" sz="544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Hesap Oluşturma ve Kurulum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1961" y="2323220"/>
            <a:ext cx="11078611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1- </a:t>
            </a:r>
            <a:r>
              <a:rPr lang="en-US" sz="2799" u="sng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  <a:hlinkClick r:id="rId4" tooltip="https://github.com/signup"/>
              </a:rPr>
              <a:t> https://github.com/signup</a:t>
            </a: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bağlantısına gidip öğrenci e-postası ile github hesabı açılır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1961" y="3643702"/>
            <a:ext cx="10728490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2-  </a:t>
            </a:r>
            <a:r>
              <a:rPr lang="en-US" sz="2799" u="sng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  <a:hlinkClick r:id="rId5" tooltip="https://git-scm.com/install/"/>
              </a:rPr>
              <a:t>https://git-scm.com/install/</a:t>
            </a: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bağlantısına gidip işletim sistemine uygun Git versiyonu bilgisayara yüklenir.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617358" y="7589040"/>
            <a:ext cx="3277372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8" name="AutoShape 8"/>
          <p:cNvSpPr/>
          <p:nvPr/>
        </p:nvSpPr>
        <p:spPr>
          <a:xfrm>
            <a:off x="3894730" y="7582390"/>
            <a:ext cx="0" cy="33715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9" name="AutoShape 9"/>
          <p:cNvSpPr/>
          <p:nvPr/>
        </p:nvSpPr>
        <p:spPr>
          <a:xfrm>
            <a:off x="617358" y="7582390"/>
            <a:ext cx="0" cy="33715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0" name="AutoShape 10"/>
          <p:cNvSpPr/>
          <p:nvPr/>
        </p:nvSpPr>
        <p:spPr>
          <a:xfrm flipV="1">
            <a:off x="617358" y="7919540"/>
            <a:ext cx="3277372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Box 11"/>
          <p:cNvSpPr txBox="1"/>
          <p:nvPr/>
        </p:nvSpPr>
        <p:spPr>
          <a:xfrm>
            <a:off x="5364245" y="5490591"/>
            <a:ext cx="5716206" cy="363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Sistem mimarinize göre; standart Intel/AMD işlemcili bilgisayarlar için 'x64 Setup'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Yeni nesil enerji verimli işlemciye sahip cihazlar için ise 'ARM64 Setup' sürümü tercih edilmelidir.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6408" y="8118397"/>
            <a:ext cx="3703429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3" name="AutoShape 13"/>
          <p:cNvSpPr/>
          <p:nvPr/>
        </p:nvSpPr>
        <p:spPr>
          <a:xfrm>
            <a:off x="653480" y="8473788"/>
            <a:ext cx="3703429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4" name="AutoShape 14"/>
          <p:cNvSpPr/>
          <p:nvPr/>
        </p:nvSpPr>
        <p:spPr>
          <a:xfrm>
            <a:off x="655458" y="8129629"/>
            <a:ext cx="0" cy="33715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5" name="AutoShape 15"/>
          <p:cNvSpPr/>
          <p:nvPr/>
        </p:nvSpPr>
        <p:spPr>
          <a:xfrm>
            <a:off x="4320787" y="8129629"/>
            <a:ext cx="0" cy="33715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Box 16"/>
          <p:cNvSpPr txBox="1"/>
          <p:nvPr/>
        </p:nvSpPr>
        <p:spPr>
          <a:xfrm>
            <a:off x="17684432" y="9349381"/>
            <a:ext cx="239114" cy="58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8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90118" y="6321672"/>
            <a:ext cx="9732273" cy="2712557"/>
          </a:xfrm>
          <a:custGeom>
            <a:avLst/>
            <a:gdLst/>
            <a:ahLst/>
            <a:cxnLst/>
            <a:rect l="l" t="t" r="r" b="b"/>
            <a:pathLst>
              <a:path w="9732273" h="2712557">
                <a:moveTo>
                  <a:pt x="0" y="0"/>
                </a:moveTo>
                <a:lnTo>
                  <a:pt x="9732274" y="0"/>
                </a:lnTo>
                <a:lnTo>
                  <a:pt x="9732274" y="2712557"/>
                </a:lnTo>
                <a:lnTo>
                  <a:pt x="0" y="2712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Freeform 3"/>
          <p:cNvSpPr/>
          <p:nvPr/>
        </p:nvSpPr>
        <p:spPr>
          <a:xfrm>
            <a:off x="9339377" y="143454"/>
            <a:ext cx="9530845" cy="3171414"/>
          </a:xfrm>
          <a:custGeom>
            <a:avLst/>
            <a:gdLst/>
            <a:ahLst/>
            <a:cxnLst/>
            <a:rect l="l" t="t" r="r" b="b"/>
            <a:pathLst>
              <a:path w="9530845" h="3171414">
                <a:moveTo>
                  <a:pt x="0" y="0"/>
                </a:moveTo>
                <a:lnTo>
                  <a:pt x="9530845" y="0"/>
                </a:lnTo>
                <a:lnTo>
                  <a:pt x="9530845" y="3171414"/>
                </a:lnTo>
                <a:lnTo>
                  <a:pt x="0" y="3171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Freeform 4"/>
          <p:cNvSpPr/>
          <p:nvPr/>
        </p:nvSpPr>
        <p:spPr>
          <a:xfrm>
            <a:off x="8100653" y="2292111"/>
            <a:ext cx="6004147" cy="2603458"/>
          </a:xfrm>
          <a:custGeom>
            <a:avLst/>
            <a:gdLst/>
            <a:ahLst/>
            <a:cxnLst/>
            <a:rect l="l" t="t" r="r" b="b"/>
            <a:pathLst>
              <a:path w="6004147" h="2603458">
                <a:moveTo>
                  <a:pt x="0" y="0"/>
                </a:moveTo>
                <a:lnTo>
                  <a:pt x="6004146" y="0"/>
                </a:lnTo>
                <a:lnTo>
                  <a:pt x="6004146" y="2603458"/>
                </a:lnTo>
                <a:lnTo>
                  <a:pt x="0" y="2603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5" name="Freeform 5"/>
          <p:cNvSpPr/>
          <p:nvPr/>
        </p:nvSpPr>
        <p:spPr>
          <a:xfrm>
            <a:off x="13704531" y="2653252"/>
            <a:ext cx="4103775" cy="2421900"/>
          </a:xfrm>
          <a:custGeom>
            <a:avLst/>
            <a:gdLst/>
            <a:ahLst/>
            <a:cxnLst/>
            <a:rect l="l" t="t" r="r" b="b"/>
            <a:pathLst>
              <a:path w="4103775" h="2421900">
                <a:moveTo>
                  <a:pt x="0" y="0"/>
                </a:moveTo>
                <a:lnTo>
                  <a:pt x="4103775" y="0"/>
                </a:lnTo>
                <a:lnTo>
                  <a:pt x="4103775" y="2421900"/>
                </a:lnTo>
                <a:lnTo>
                  <a:pt x="0" y="2421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6" name="TextBox 6"/>
          <p:cNvSpPr txBox="1"/>
          <p:nvPr/>
        </p:nvSpPr>
        <p:spPr>
          <a:xfrm>
            <a:off x="342810" y="5757030"/>
            <a:ext cx="6346873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3- Terminal üzerinden kullanıcı adı ve e-posta tanımlamaları yapılır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8724" y="7264937"/>
            <a:ext cx="7740326" cy="154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git config --global user.name "İsim"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git config --global user.email "E-posta"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8724" y="952500"/>
            <a:ext cx="9893837" cy="1035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macOS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kullanıcıları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için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pratik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yöntem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Homebrew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aracılığıyla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brew install git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komutunu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kullanmaktır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8724" y="2756635"/>
            <a:ext cx="8463469" cy="206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Terminal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veya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komut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istemcisi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üzerinden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git version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komutu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çalıştırılarak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yazılımın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sisteme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başarıyla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tanımlandığı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ve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kullanıma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hazır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olduğu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teyit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edilir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684432" y="9349381"/>
            <a:ext cx="239114" cy="58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8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97302" y="1706656"/>
            <a:ext cx="2490833" cy="2837017"/>
          </a:xfrm>
          <a:custGeom>
            <a:avLst/>
            <a:gdLst/>
            <a:ahLst/>
            <a:cxnLst/>
            <a:rect l="l" t="t" r="r" b="b"/>
            <a:pathLst>
              <a:path w="2490833" h="2837017">
                <a:moveTo>
                  <a:pt x="0" y="0"/>
                </a:moveTo>
                <a:lnTo>
                  <a:pt x="2490834" y="0"/>
                </a:lnTo>
                <a:lnTo>
                  <a:pt x="2490834" y="2837017"/>
                </a:lnTo>
                <a:lnTo>
                  <a:pt x="0" y="2837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TextBox 3"/>
          <p:cNvSpPr txBox="1"/>
          <p:nvPr/>
        </p:nvSpPr>
        <p:spPr>
          <a:xfrm>
            <a:off x="9139238" y="4850320"/>
            <a:ext cx="9525" cy="510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9"/>
              </a:lnSpc>
              <a:spcBef>
                <a:spcPct val="0"/>
              </a:spcBef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-1748718" y="635411"/>
            <a:ext cx="16178042" cy="95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9"/>
              </a:lnSpc>
            </a:pPr>
            <a:r>
              <a:rPr lang="en-US" sz="544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Remote Repository Oluşturmak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2241" y="2450322"/>
            <a:ext cx="10033880" cy="468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GitHub ana sayfasında "New" butonuna tıklanır.</a:t>
            </a:r>
          </a:p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Repository Name: Projenin ismi girilir.</a:t>
            </a:r>
          </a:p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Erişim Türü: Projenin gizliliğine göre Public (Açık) veya Private (Gizli) seçilir.</a:t>
            </a:r>
          </a:p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"Add a README file" seçeneği işaretlenmemelidir. Yereldeki projemizi buraya bağlayacağımız için, iki farklı başlangıç (çakışma) oluşmasını engellemek amacıyla tamamen boş bir depo hedeflenir.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424101" y="2451121"/>
            <a:ext cx="1276082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7" name="AutoShape 7"/>
          <p:cNvSpPr/>
          <p:nvPr/>
        </p:nvSpPr>
        <p:spPr>
          <a:xfrm>
            <a:off x="11443151" y="2451121"/>
            <a:ext cx="0" cy="23051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8" name="AutoShape 8"/>
          <p:cNvSpPr/>
          <p:nvPr/>
        </p:nvSpPr>
        <p:spPr>
          <a:xfrm>
            <a:off x="10820234" y="2603249"/>
            <a:ext cx="603867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R"/>
          </a:p>
        </p:txBody>
      </p:sp>
      <p:sp>
        <p:nvSpPr>
          <p:cNvPr id="9" name="AutoShape 9"/>
          <p:cNvSpPr/>
          <p:nvPr/>
        </p:nvSpPr>
        <p:spPr>
          <a:xfrm>
            <a:off x="10686121" y="1968681"/>
            <a:ext cx="546776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R"/>
          </a:p>
        </p:txBody>
      </p:sp>
      <p:sp>
        <p:nvSpPr>
          <p:cNvPr id="10" name="Freeform 10"/>
          <p:cNvSpPr/>
          <p:nvPr/>
        </p:nvSpPr>
        <p:spPr>
          <a:xfrm>
            <a:off x="12200593" y="4655122"/>
            <a:ext cx="5572355" cy="5297517"/>
          </a:xfrm>
          <a:custGeom>
            <a:avLst/>
            <a:gdLst/>
            <a:ahLst/>
            <a:cxnLst/>
            <a:rect l="l" t="t" r="r" b="b"/>
            <a:pathLst>
              <a:path w="5572355" h="5297517">
                <a:moveTo>
                  <a:pt x="0" y="0"/>
                </a:moveTo>
                <a:lnTo>
                  <a:pt x="5572356" y="0"/>
                </a:lnTo>
                <a:lnTo>
                  <a:pt x="5572356" y="5297517"/>
                </a:lnTo>
                <a:lnTo>
                  <a:pt x="0" y="5297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11" name="AutoShape 11"/>
          <p:cNvSpPr/>
          <p:nvPr/>
        </p:nvSpPr>
        <p:spPr>
          <a:xfrm>
            <a:off x="11424101" y="2700681"/>
            <a:ext cx="1276082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2" name="AutoShape 12"/>
          <p:cNvSpPr/>
          <p:nvPr/>
        </p:nvSpPr>
        <p:spPr>
          <a:xfrm>
            <a:off x="12681133" y="2451121"/>
            <a:ext cx="0" cy="23051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Box 13"/>
          <p:cNvSpPr txBox="1"/>
          <p:nvPr/>
        </p:nvSpPr>
        <p:spPr>
          <a:xfrm>
            <a:off x="17684432" y="9349381"/>
            <a:ext cx="239114" cy="58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8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9341" y="2678620"/>
            <a:ext cx="15666764" cy="468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      README Nedir? 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Projenin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amacını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kurulum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adımlarını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ve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kullanımını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açıklayan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,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projenin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"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vitrini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"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sayılan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Markdown (.md)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dosyasıdır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      </a:t>
            </a:r>
            <a:r>
              <a:rPr lang="en-US" sz="2799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Neden</a:t>
            </a:r>
            <a:r>
              <a:rPr lang="en-US" sz="27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799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Yerelde</a:t>
            </a:r>
            <a:r>
              <a:rPr lang="en-US" sz="27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799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Oluşturuyoruz</a:t>
            </a:r>
            <a:r>
              <a:rPr lang="en-US" sz="27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?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     </a:t>
            </a:r>
            <a:r>
              <a:rPr lang="en-US" sz="27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1.Senkronizasyon: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GitHub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üzerinde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oluşturulan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bir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README,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yerel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klasörünüzde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henüz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bulunmayan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bir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dosya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demektir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 Bu durum push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sırasında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çakışmaya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(conflict)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yol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açar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     </a:t>
            </a:r>
            <a:r>
              <a:rPr lang="en-US" sz="27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2.Tam </a:t>
            </a:r>
            <a:r>
              <a:rPr lang="en-US" sz="2799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Kontrol</a:t>
            </a:r>
            <a:r>
              <a:rPr lang="en-US" sz="27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: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Dosyayı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bilgisayarınızda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(git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init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sonrası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)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kendiniz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oluşturarak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proje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geçmişinin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bir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parçası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haline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getirirsiniz</a:t>
            </a:r>
            <a:r>
              <a:rPr lang="en-US" sz="2799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799" dirty="0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18982" y="1072606"/>
            <a:ext cx="13307483" cy="95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30"/>
              </a:lnSpc>
            </a:pPr>
            <a:r>
              <a:rPr lang="en-US" sz="54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Proje Dökümantasyonu ve README.md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84432" y="9349381"/>
            <a:ext cx="239114" cy="58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8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43177" y="4267454"/>
            <a:ext cx="12316123" cy="5329092"/>
          </a:xfrm>
          <a:custGeom>
            <a:avLst/>
            <a:gdLst/>
            <a:ahLst/>
            <a:cxnLst/>
            <a:rect l="l" t="t" r="r" b="b"/>
            <a:pathLst>
              <a:path w="12316123" h="5329092">
                <a:moveTo>
                  <a:pt x="0" y="0"/>
                </a:moveTo>
                <a:lnTo>
                  <a:pt x="12316123" y="0"/>
                </a:lnTo>
                <a:lnTo>
                  <a:pt x="12316123" y="5329092"/>
                </a:lnTo>
                <a:lnTo>
                  <a:pt x="0" y="532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TextBox 3"/>
          <p:cNvSpPr txBox="1"/>
          <p:nvPr/>
        </p:nvSpPr>
        <p:spPr>
          <a:xfrm>
            <a:off x="1664296" y="678718"/>
            <a:ext cx="14959409" cy="95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30"/>
              </a:lnSpc>
            </a:pPr>
            <a:r>
              <a:rPr lang="en-US" sz="54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Proje Dizininin Git Deposuna Dönüştürülmesi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5927" y="1926915"/>
            <a:ext cx="17872073" cy="297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git </a:t>
            </a:r>
            <a:r>
              <a:rPr lang="en-US" sz="2799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init</a:t>
            </a:r>
            <a:r>
              <a: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Bulunulan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klasörü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Git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deposuna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dönüştürür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* git add </a:t>
            </a:r>
            <a:r>
              <a:rPr lang="en-US" sz="2799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README.md</a:t>
            </a:r>
            <a:r>
              <a: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Sadece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kılavuz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dosyasını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ekler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git add . :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Tüm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proje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dosyalarını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README'yi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takibe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alır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Kayıt</a:t>
            </a:r>
            <a:r>
              <a: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(Commit):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git commit -m "İlk commit: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Proje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yapısı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README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oluşturuldu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"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komutuyla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yerel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"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versiyon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" </a:t>
            </a:r>
            <a:r>
              <a:rPr lang="en-US" sz="27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mühürlenir</a:t>
            </a:r>
            <a:r>
              <a:rPr lang="en-US" sz="27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0" y="4883221"/>
            <a:ext cx="4692921" cy="198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cd ile terminalde proje klasörüne  gireriz. Bu, komutların doğru yerde çalışması için ilk şarttır.</a:t>
            </a:r>
          </a:p>
        </p:txBody>
      </p:sp>
      <p:sp>
        <p:nvSpPr>
          <p:cNvPr id="6" name="AutoShape 6"/>
          <p:cNvSpPr/>
          <p:nvPr/>
        </p:nvSpPr>
        <p:spPr>
          <a:xfrm flipH="1">
            <a:off x="10116744" y="4379572"/>
            <a:ext cx="548784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R"/>
          </a:p>
        </p:txBody>
      </p:sp>
      <p:sp>
        <p:nvSpPr>
          <p:cNvPr id="7" name="AutoShape 7"/>
          <p:cNvSpPr/>
          <p:nvPr/>
        </p:nvSpPr>
        <p:spPr>
          <a:xfrm flipH="1">
            <a:off x="9351963" y="4550380"/>
            <a:ext cx="548784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R"/>
          </a:p>
        </p:txBody>
      </p:sp>
      <p:sp>
        <p:nvSpPr>
          <p:cNvPr id="8" name="AutoShape 8"/>
          <p:cNvSpPr/>
          <p:nvPr/>
        </p:nvSpPr>
        <p:spPr>
          <a:xfrm flipH="1">
            <a:off x="9351963" y="4859247"/>
            <a:ext cx="548784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R"/>
          </a:p>
        </p:txBody>
      </p:sp>
      <p:sp>
        <p:nvSpPr>
          <p:cNvPr id="9" name="AutoShape 9"/>
          <p:cNvSpPr/>
          <p:nvPr/>
        </p:nvSpPr>
        <p:spPr>
          <a:xfrm flipH="1">
            <a:off x="10826846" y="6659155"/>
            <a:ext cx="548784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Box 10"/>
          <p:cNvSpPr txBox="1"/>
          <p:nvPr/>
        </p:nvSpPr>
        <p:spPr>
          <a:xfrm>
            <a:off x="17684432" y="9349381"/>
            <a:ext cx="239114" cy="58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8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5667" y="1481568"/>
            <a:ext cx="15600446" cy="545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Dal (Branch) Yapılandırması: </a:t>
            </a: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Modern standartlara uyum sağlamak için ana çalışma dalı main olarak isimlendirilir.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                 git branch -M main (Mevcut dalın adını "main" olarak değiştirir.)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Yerel deponuza GitHub'daki boş deponun URL'si tanıtılır: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                 git remote add origin [URL]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Veri Transferi (Push):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                 git push -u origin main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Kendi bilgisayarınızda oluşturduğunuz README ve Java kodları, GitHub'a hatasız ve düzenli bir şekilde aktarılmış olur.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577941" y="5733895"/>
            <a:ext cx="11965940" cy="4176588"/>
          </a:xfrm>
          <a:custGeom>
            <a:avLst/>
            <a:gdLst/>
            <a:ahLst/>
            <a:cxnLst/>
            <a:rect l="l" t="t" r="r" b="b"/>
            <a:pathLst>
              <a:path w="11965940" h="4176588">
                <a:moveTo>
                  <a:pt x="0" y="0"/>
                </a:moveTo>
                <a:lnTo>
                  <a:pt x="11965940" y="0"/>
                </a:lnTo>
                <a:lnTo>
                  <a:pt x="11965940" y="4176588"/>
                </a:lnTo>
                <a:lnTo>
                  <a:pt x="0" y="4176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10" r="-5972" b="-8595"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4" name="TextBox 4"/>
          <p:cNvSpPr txBox="1"/>
          <p:nvPr/>
        </p:nvSpPr>
        <p:spPr>
          <a:xfrm>
            <a:off x="1104504" y="483553"/>
            <a:ext cx="16154796" cy="95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30"/>
              </a:lnSpc>
            </a:pPr>
            <a:r>
              <a:rPr lang="en-US" sz="54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Remote Repository Entegrasyonu ve Push İşlemi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8879359" y="9117611"/>
            <a:ext cx="3620177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6" name="AutoShape 6"/>
          <p:cNvSpPr/>
          <p:nvPr/>
        </p:nvSpPr>
        <p:spPr>
          <a:xfrm>
            <a:off x="8879359" y="9462549"/>
            <a:ext cx="3620177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7" name="AutoShape 7"/>
          <p:cNvSpPr/>
          <p:nvPr/>
        </p:nvSpPr>
        <p:spPr>
          <a:xfrm flipH="1" flipV="1">
            <a:off x="8898409" y="9117611"/>
            <a:ext cx="8562" cy="344938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8" name="AutoShape 8"/>
          <p:cNvSpPr/>
          <p:nvPr/>
        </p:nvSpPr>
        <p:spPr>
          <a:xfrm flipV="1">
            <a:off x="12499536" y="9117611"/>
            <a:ext cx="0" cy="344938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R"/>
          </a:p>
        </p:txBody>
      </p:sp>
      <p:sp>
        <p:nvSpPr>
          <p:cNvPr id="9" name="AutoShape 9"/>
          <p:cNvSpPr/>
          <p:nvPr/>
        </p:nvSpPr>
        <p:spPr>
          <a:xfrm flipH="1">
            <a:off x="12601592" y="9277350"/>
            <a:ext cx="726481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Box 10"/>
          <p:cNvSpPr txBox="1"/>
          <p:nvPr/>
        </p:nvSpPr>
        <p:spPr>
          <a:xfrm>
            <a:off x="17684432" y="9349381"/>
            <a:ext cx="239114" cy="58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8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2744" y="1335172"/>
            <a:ext cx="15842511" cy="5518815"/>
          </a:xfrm>
          <a:custGeom>
            <a:avLst/>
            <a:gdLst/>
            <a:ahLst/>
            <a:cxnLst/>
            <a:rect l="l" t="t" r="r" b="b"/>
            <a:pathLst>
              <a:path w="15842511" h="5518815">
                <a:moveTo>
                  <a:pt x="0" y="0"/>
                </a:moveTo>
                <a:lnTo>
                  <a:pt x="15842512" y="0"/>
                </a:lnTo>
                <a:lnTo>
                  <a:pt x="15842512" y="5518815"/>
                </a:lnTo>
                <a:lnTo>
                  <a:pt x="0" y="551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TextBox 3"/>
          <p:cNvSpPr txBox="1"/>
          <p:nvPr/>
        </p:nvSpPr>
        <p:spPr>
          <a:xfrm>
            <a:off x="17684432" y="9349381"/>
            <a:ext cx="239114" cy="58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8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61896" y="425943"/>
            <a:ext cx="14364207" cy="9007484"/>
          </a:xfrm>
          <a:custGeom>
            <a:avLst/>
            <a:gdLst/>
            <a:ahLst/>
            <a:cxnLst/>
            <a:rect l="l" t="t" r="r" b="b"/>
            <a:pathLst>
              <a:path w="14364207" h="9007484">
                <a:moveTo>
                  <a:pt x="0" y="0"/>
                </a:moveTo>
                <a:lnTo>
                  <a:pt x="14364208" y="0"/>
                </a:lnTo>
                <a:lnTo>
                  <a:pt x="14364208" y="9007484"/>
                </a:lnTo>
                <a:lnTo>
                  <a:pt x="0" y="9007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R"/>
          </a:p>
        </p:txBody>
      </p:sp>
      <p:sp>
        <p:nvSpPr>
          <p:cNvPr id="3" name="TextBox 3"/>
          <p:cNvSpPr txBox="1"/>
          <p:nvPr/>
        </p:nvSpPr>
        <p:spPr>
          <a:xfrm>
            <a:off x="17684432" y="9349381"/>
            <a:ext cx="239114" cy="58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8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2411" y="2363810"/>
            <a:ext cx="7261733" cy="5716996"/>
            <a:chOff x="0" y="0"/>
            <a:chExt cx="3730237" cy="29367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0237" cy="2936730"/>
            </a:xfrm>
            <a:custGeom>
              <a:avLst/>
              <a:gdLst/>
              <a:ahLst/>
              <a:cxnLst/>
              <a:rect l="l" t="t" r="r" b="b"/>
              <a:pathLst>
                <a:path w="3730237" h="2936730">
                  <a:moveTo>
                    <a:pt x="0" y="0"/>
                  </a:moveTo>
                  <a:lnTo>
                    <a:pt x="0" y="2936730"/>
                  </a:lnTo>
                  <a:lnTo>
                    <a:pt x="3730237" y="2936730"/>
                  </a:lnTo>
                  <a:lnTo>
                    <a:pt x="3730237" y="0"/>
                  </a:lnTo>
                  <a:lnTo>
                    <a:pt x="0" y="0"/>
                  </a:lnTo>
                  <a:close/>
                  <a:moveTo>
                    <a:pt x="3669277" y="2875770"/>
                  </a:moveTo>
                  <a:lnTo>
                    <a:pt x="59690" y="2875770"/>
                  </a:lnTo>
                  <a:lnTo>
                    <a:pt x="59690" y="59690"/>
                  </a:lnTo>
                  <a:lnTo>
                    <a:pt x="3669277" y="59690"/>
                  </a:lnTo>
                  <a:lnTo>
                    <a:pt x="3669277" y="2875770"/>
                  </a:lnTo>
                  <a:close/>
                </a:path>
              </a:pathLst>
            </a:custGeom>
            <a:solidFill>
              <a:srgbClr val="0F0D0F"/>
            </a:solidFill>
          </p:spPr>
          <p:txBody>
            <a:bodyPr/>
            <a:lstStyle/>
            <a:p>
              <a:endParaRPr lang="en-T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266012" y="1896318"/>
            <a:ext cx="10914916" cy="7025173"/>
            <a:chOff x="0" y="0"/>
            <a:chExt cx="5513070" cy="3548380"/>
          </a:xfrm>
        </p:grpSpPr>
        <p:sp>
          <p:nvSpPr>
            <p:cNvPr id="5" name="Freeform 5"/>
            <p:cNvSpPr/>
            <p:nvPr/>
          </p:nvSpPr>
          <p:spPr>
            <a:xfrm>
              <a:off x="-1297" y="429"/>
              <a:ext cx="5514367" cy="3547951"/>
            </a:xfrm>
            <a:custGeom>
              <a:avLst/>
              <a:gdLst/>
              <a:ahLst/>
              <a:cxnLst/>
              <a:rect l="l" t="t" r="r" b="b"/>
              <a:pathLst>
                <a:path w="5514367" h="3547951">
                  <a:moveTo>
                    <a:pt x="4989857" y="1543891"/>
                  </a:moveTo>
                  <a:cubicBezTo>
                    <a:pt x="5047007" y="1522301"/>
                    <a:pt x="5123207" y="1532461"/>
                    <a:pt x="5187977" y="1510871"/>
                  </a:cubicBezTo>
                  <a:cubicBezTo>
                    <a:pt x="5325137" y="1463881"/>
                    <a:pt x="5434357" y="1388951"/>
                    <a:pt x="5514367" y="1303861"/>
                  </a:cubicBezTo>
                  <a:cubicBezTo>
                    <a:pt x="5497857" y="1216231"/>
                    <a:pt x="5492777" y="1167971"/>
                    <a:pt x="5504207" y="1094311"/>
                  </a:cubicBezTo>
                  <a:cubicBezTo>
                    <a:pt x="5494047" y="1089231"/>
                    <a:pt x="5472457" y="1103201"/>
                    <a:pt x="5471187" y="1082881"/>
                  </a:cubicBezTo>
                  <a:cubicBezTo>
                    <a:pt x="5468647" y="1024461"/>
                    <a:pt x="5440707" y="1002871"/>
                    <a:pt x="5414037" y="953341"/>
                  </a:cubicBezTo>
                  <a:cubicBezTo>
                    <a:pt x="5209567" y="982551"/>
                    <a:pt x="4837457" y="1142571"/>
                    <a:pt x="4616477" y="1128601"/>
                  </a:cubicBezTo>
                  <a:cubicBezTo>
                    <a:pt x="4752367" y="1032081"/>
                    <a:pt x="4850157" y="924131"/>
                    <a:pt x="4852697" y="781891"/>
                  </a:cubicBezTo>
                  <a:cubicBezTo>
                    <a:pt x="4841267" y="770461"/>
                    <a:pt x="4776497" y="762841"/>
                    <a:pt x="4761257" y="767921"/>
                  </a:cubicBezTo>
                  <a:cubicBezTo>
                    <a:pt x="4709187" y="757761"/>
                    <a:pt x="4655847" y="710771"/>
                    <a:pt x="4632987" y="681561"/>
                  </a:cubicBezTo>
                  <a:cubicBezTo>
                    <a:pt x="4611397" y="695531"/>
                    <a:pt x="4607587" y="680291"/>
                    <a:pt x="4588537" y="690451"/>
                  </a:cubicBezTo>
                  <a:cubicBezTo>
                    <a:pt x="4507257" y="628221"/>
                    <a:pt x="4335807" y="722201"/>
                    <a:pt x="4253257" y="663781"/>
                  </a:cubicBezTo>
                  <a:cubicBezTo>
                    <a:pt x="4291357" y="563451"/>
                    <a:pt x="4213887" y="540591"/>
                    <a:pt x="4161817" y="492331"/>
                  </a:cubicBezTo>
                  <a:cubicBezTo>
                    <a:pt x="4180867" y="413591"/>
                    <a:pt x="4133877" y="371681"/>
                    <a:pt x="4090697" y="298021"/>
                  </a:cubicBezTo>
                  <a:cubicBezTo>
                    <a:pt x="4037357" y="323421"/>
                    <a:pt x="4041167" y="284051"/>
                    <a:pt x="4047517" y="258651"/>
                  </a:cubicBezTo>
                  <a:cubicBezTo>
                    <a:pt x="4008147" y="270081"/>
                    <a:pt x="3984017" y="254841"/>
                    <a:pt x="3962427" y="234521"/>
                  </a:cubicBezTo>
                  <a:cubicBezTo>
                    <a:pt x="3886227" y="263731"/>
                    <a:pt x="3816377" y="265001"/>
                    <a:pt x="3755417" y="271351"/>
                  </a:cubicBezTo>
                  <a:cubicBezTo>
                    <a:pt x="3444267" y="304371"/>
                    <a:pt x="3058187" y="388191"/>
                    <a:pt x="2778787" y="402161"/>
                  </a:cubicBezTo>
                  <a:cubicBezTo>
                    <a:pt x="3035327" y="292941"/>
                    <a:pt x="3332507" y="223091"/>
                    <a:pt x="3521737" y="129111"/>
                  </a:cubicBezTo>
                  <a:cubicBezTo>
                    <a:pt x="3528087" y="75771"/>
                    <a:pt x="3526817" y="51641"/>
                    <a:pt x="3523007" y="2111"/>
                  </a:cubicBezTo>
                  <a:cubicBezTo>
                    <a:pt x="3318537" y="-15669"/>
                    <a:pt x="3004847" y="82121"/>
                    <a:pt x="2714017" y="173561"/>
                  </a:cubicBezTo>
                  <a:cubicBezTo>
                    <a:pt x="2039647" y="385651"/>
                    <a:pt x="1226847" y="626951"/>
                    <a:pt x="844577" y="1002871"/>
                  </a:cubicBezTo>
                  <a:cubicBezTo>
                    <a:pt x="854737" y="1058751"/>
                    <a:pt x="838227" y="1131141"/>
                    <a:pt x="880137" y="1179401"/>
                  </a:cubicBezTo>
                  <a:cubicBezTo>
                    <a:pt x="740437" y="1255601"/>
                    <a:pt x="580417" y="1324181"/>
                    <a:pt x="444527" y="1402921"/>
                  </a:cubicBezTo>
                  <a:cubicBezTo>
                    <a:pt x="449607" y="1468961"/>
                    <a:pt x="483897" y="1537541"/>
                    <a:pt x="497867" y="1548971"/>
                  </a:cubicBezTo>
                  <a:cubicBezTo>
                    <a:pt x="453417" y="1573101"/>
                    <a:pt x="521997" y="1555321"/>
                    <a:pt x="519457" y="1580721"/>
                  </a:cubicBezTo>
                  <a:cubicBezTo>
                    <a:pt x="500407" y="1589611"/>
                    <a:pt x="513107" y="1611201"/>
                    <a:pt x="485167" y="1617551"/>
                  </a:cubicBezTo>
                  <a:cubicBezTo>
                    <a:pt x="382297" y="1601041"/>
                    <a:pt x="267997" y="1681051"/>
                    <a:pt x="162587" y="1705181"/>
                  </a:cubicBezTo>
                  <a:cubicBezTo>
                    <a:pt x="158777" y="1721691"/>
                    <a:pt x="196877" y="1719151"/>
                    <a:pt x="172747" y="1733121"/>
                  </a:cubicBezTo>
                  <a:cubicBezTo>
                    <a:pt x="102897" y="1749631"/>
                    <a:pt x="95277" y="1786461"/>
                    <a:pt x="25427" y="1802971"/>
                  </a:cubicBezTo>
                  <a:cubicBezTo>
                    <a:pt x="22887" y="1818211"/>
                    <a:pt x="20347" y="1833451"/>
                    <a:pt x="24157" y="1851231"/>
                  </a:cubicBezTo>
                  <a:cubicBezTo>
                    <a:pt x="34317" y="1863931"/>
                    <a:pt x="95277" y="1848691"/>
                    <a:pt x="78767" y="1870281"/>
                  </a:cubicBezTo>
                  <a:cubicBezTo>
                    <a:pt x="41937" y="1882981"/>
                    <a:pt x="-1243" y="1879171"/>
                    <a:pt x="27" y="1914731"/>
                  </a:cubicBezTo>
                  <a:cubicBezTo>
                    <a:pt x="20347" y="1937591"/>
                    <a:pt x="62257" y="1922351"/>
                    <a:pt x="73687" y="1959181"/>
                  </a:cubicBezTo>
                  <a:cubicBezTo>
                    <a:pt x="64797" y="1976961"/>
                    <a:pt x="36857" y="1987121"/>
                    <a:pt x="44477" y="2009981"/>
                  </a:cubicBezTo>
                  <a:cubicBezTo>
                    <a:pt x="104167" y="2008711"/>
                    <a:pt x="157507" y="2020141"/>
                    <a:pt x="219737" y="2016331"/>
                  </a:cubicBezTo>
                  <a:cubicBezTo>
                    <a:pt x="200687" y="2026491"/>
                    <a:pt x="234977" y="2049351"/>
                    <a:pt x="285777" y="2039191"/>
                  </a:cubicBezTo>
                  <a:cubicBezTo>
                    <a:pt x="283237" y="2056971"/>
                    <a:pt x="238787" y="2059511"/>
                    <a:pt x="242597" y="2078561"/>
                  </a:cubicBezTo>
                  <a:cubicBezTo>
                    <a:pt x="316257" y="2064591"/>
                    <a:pt x="336577" y="2036651"/>
                    <a:pt x="405157" y="2026491"/>
                  </a:cubicBezTo>
                  <a:cubicBezTo>
                    <a:pt x="359437" y="2063321"/>
                    <a:pt x="301017" y="2120471"/>
                    <a:pt x="243867" y="2133171"/>
                  </a:cubicBezTo>
                  <a:cubicBezTo>
                    <a:pt x="227357" y="2156031"/>
                    <a:pt x="233707" y="2186511"/>
                    <a:pt x="224817" y="2210641"/>
                  </a:cubicBezTo>
                  <a:cubicBezTo>
                    <a:pt x="209577" y="2205561"/>
                    <a:pt x="210847" y="2285571"/>
                    <a:pt x="250217" y="2304621"/>
                  </a:cubicBezTo>
                  <a:cubicBezTo>
                    <a:pt x="299747" y="2291921"/>
                    <a:pt x="411507" y="2298271"/>
                    <a:pt x="483897" y="2313511"/>
                  </a:cubicBezTo>
                  <a:cubicBezTo>
                    <a:pt x="478817" y="2327481"/>
                    <a:pt x="462307" y="2337641"/>
                    <a:pt x="471197" y="2357961"/>
                  </a:cubicBezTo>
                  <a:cubicBezTo>
                    <a:pt x="495327" y="2366851"/>
                    <a:pt x="553747" y="2316051"/>
                    <a:pt x="577877" y="2335101"/>
                  </a:cubicBezTo>
                  <a:cubicBezTo>
                    <a:pt x="613437" y="2347801"/>
                    <a:pt x="549937" y="2360501"/>
                    <a:pt x="567717" y="2385901"/>
                  </a:cubicBezTo>
                  <a:cubicBezTo>
                    <a:pt x="803937" y="2267791"/>
                    <a:pt x="993167" y="2246201"/>
                    <a:pt x="1233197" y="2189051"/>
                  </a:cubicBezTo>
                  <a:cubicBezTo>
                    <a:pt x="965227" y="2305891"/>
                    <a:pt x="603277" y="2620851"/>
                    <a:pt x="596927" y="2723721"/>
                  </a:cubicBezTo>
                  <a:cubicBezTo>
                    <a:pt x="629947" y="2723721"/>
                    <a:pt x="657887" y="2731341"/>
                    <a:pt x="688367" y="2737691"/>
                  </a:cubicBezTo>
                  <a:cubicBezTo>
                    <a:pt x="678207" y="2764361"/>
                    <a:pt x="662967" y="2789761"/>
                    <a:pt x="660427" y="2818971"/>
                  </a:cubicBezTo>
                  <a:cubicBezTo>
                    <a:pt x="676937" y="2789761"/>
                    <a:pt x="735357" y="2775791"/>
                    <a:pt x="740437" y="2829131"/>
                  </a:cubicBezTo>
                  <a:cubicBezTo>
                    <a:pt x="699797" y="2832941"/>
                    <a:pt x="699797" y="2845641"/>
                    <a:pt x="699797" y="2876121"/>
                  </a:cubicBezTo>
                  <a:cubicBezTo>
                    <a:pt x="741707" y="2881201"/>
                    <a:pt x="806477" y="2844371"/>
                    <a:pt x="826797" y="2883741"/>
                  </a:cubicBezTo>
                  <a:cubicBezTo>
                    <a:pt x="800127" y="2900251"/>
                    <a:pt x="789967" y="2885011"/>
                    <a:pt x="764567" y="2898981"/>
                  </a:cubicBezTo>
                  <a:cubicBezTo>
                    <a:pt x="765837" y="2924381"/>
                    <a:pt x="791237" y="2905331"/>
                    <a:pt x="800127" y="2918031"/>
                  </a:cubicBezTo>
                  <a:cubicBezTo>
                    <a:pt x="726467" y="2948511"/>
                    <a:pt x="730277" y="2959941"/>
                    <a:pt x="706147" y="3000581"/>
                  </a:cubicBezTo>
                  <a:cubicBezTo>
                    <a:pt x="685827" y="2967561"/>
                    <a:pt x="632487" y="3179651"/>
                    <a:pt x="675667" y="3177111"/>
                  </a:cubicBezTo>
                  <a:cubicBezTo>
                    <a:pt x="640107" y="3213941"/>
                    <a:pt x="708687" y="3192351"/>
                    <a:pt x="725197" y="3206321"/>
                  </a:cubicBezTo>
                  <a:cubicBezTo>
                    <a:pt x="709957" y="3232991"/>
                    <a:pt x="744247" y="3240611"/>
                    <a:pt x="748057" y="3268551"/>
                  </a:cubicBezTo>
                  <a:cubicBezTo>
                    <a:pt x="767107" y="3273631"/>
                    <a:pt x="803937" y="3246961"/>
                    <a:pt x="802667" y="3287601"/>
                  </a:cubicBezTo>
                  <a:cubicBezTo>
                    <a:pt x="765837" y="3291411"/>
                    <a:pt x="777267" y="3281251"/>
                    <a:pt x="751867" y="3306651"/>
                  </a:cubicBezTo>
                  <a:cubicBezTo>
                    <a:pt x="742977" y="3297761"/>
                    <a:pt x="723927" y="3288871"/>
                    <a:pt x="704877" y="3307921"/>
                  </a:cubicBezTo>
                  <a:cubicBezTo>
                    <a:pt x="718847" y="3334591"/>
                    <a:pt x="713767" y="3354911"/>
                    <a:pt x="711227" y="3376501"/>
                  </a:cubicBezTo>
                  <a:cubicBezTo>
                    <a:pt x="778537" y="3365071"/>
                    <a:pt x="731547" y="3387931"/>
                    <a:pt x="793777" y="3393011"/>
                  </a:cubicBezTo>
                  <a:cubicBezTo>
                    <a:pt x="812827" y="3415871"/>
                    <a:pt x="784887" y="3422221"/>
                    <a:pt x="781077" y="3437461"/>
                  </a:cubicBezTo>
                  <a:cubicBezTo>
                    <a:pt x="902997" y="3441271"/>
                    <a:pt x="966497" y="3492071"/>
                    <a:pt x="1070637" y="3516201"/>
                  </a:cubicBezTo>
                  <a:cubicBezTo>
                    <a:pt x="1070637" y="3539061"/>
                    <a:pt x="1089687" y="3530171"/>
                    <a:pt x="1092227" y="3547951"/>
                  </a:cubicBezTo>
                  <a:cubicBezTo>
                    <a:pt x="1290347" y="3525091"/>
                    <a:pt x="1421157" y="3546681"/>
                    <a:pt x="1649757" y="3476831"/>
                  </a:cubicBezTo>
                  <a:cubicBezTo>
                    <a:pt x="1621817" y="3451431"/>
                    <a:pt x="1543077" y="3471751"/>
                    <a:pt x="1527837" y="3459051"/>
                  </a:cubicBezTo>
                  <a:cubicBezTo>
                    <a:pt x="1682777" y="3394281"/>
                    <a:pt x="1872007" y="3371421"/>
                    <a:pt x="2057427" y="3334591"/>
                  </a:cubicBezTo>
                  <a:cubicBezTo>
                    <a:pt x="2235227" y="3300301"/>
                    <a:pt x="2410487" y="3311731"/>
                    <a:pt x="2585747" y="3234261"/>
                  </a:cubicBezTo>
                  <a:cubicBezTo>
                    <a:pt x="2627657" y="3250771"/>
                    <a:pt x="2660677" y="3219021"/>
                    <a:pt x="2700047" y="3207591"/>
                  </a:cubicBezTo>
                  <a:cubicBezTo>
                    <a:pt x="2905787" y="3145361"/>
                    <a:pt x="3167407" y="3095831"/>
                    <a:pt x="3370607" y="3079321"/>
                  </a:cubicBezTo>
                  <a:cubicBezTo>
                    <a:pt x="3406167" y="3076781"/>
                    <a:pt x="3446807" y="3056461"/>
                    <a:pt x="3463317" y="3045031"/>
                  </a:cubicBezTo>
                  <a:cubicBezTo>
                    <a:pt x="3529357" y="3055191"/>
                    <a:pt x="3643657" y="3012011"/>
                    <a:pt x="3703347" y="2995501"/>
                  </a:cubicBezTo>
                  <a:cubicBezTo>
                    <a:pt x="3700807" y="2984071"/>
                    <a:pt x="3690647" y="2971371"/>
                    <a:pt x="3702077" y="2965021"/>
                  </a:cubicBezTo>
                  <a:cubicBezTo>
                    <a:pt x="3784627" y="2945971"/>
                    <a:pt x="3901467" y="2925651"/>
                    <a:pt x="3977667" y="2879931"/>
                  </a:cubicBezTo>
                  <a:cubicBezTo>
                    <a:pt x="3967507" y="2874851"/>
                    <a:pt x="3945917" y="2888821"/>
                    <a:pt x="3944647" y="2868501"/>
                  </a:cubicBezTo>
                  <a:cubicBezTo>
                    <a:pt x="4017037" y="2850721"/>
                    <a:pt x="4105937" y="2843101"/>
                    <a:pt x="4174517" y="2815161"/>
                  </a:cubicBezTo>
                  <a:cubicBezTo>
                    <a:pt x="4160547" y="2812621"/>
                    <a:pt x="4145307" y="2812621"/>
                    <a:pt x="4132607" y="2806271"/>
                  </a:cubicBezTo>
                  <a:cubicBezTo>
                    <a:pt x="4217697" y="2741501"/>
                    <a:pt x="4253257" y="2709751"/>
                    <a:pt x="4370097" y="2695781"/>
                  </a:cubicBezTo>
                  <a:cubicBezTo>
                    <a:pt x="4361207" y="2657681"/>
                    <a:pt x="4387877" y="2633551"/>
                    <a:pt x="4447567" y="2619581"/>
                  </a:cubicBezTo>
                  <a:cubicBezTo>
                    <a:pt x="4464077" y="2596721"/>
                    <a:pt x="4413277" y="2605611"/>
                    <a:pt x="4432327" y="2577671"/>
                  </a:cubicBezTo>
                  <a:cubicBezTo>
                    <a:pt x="4644417" y="2549731"/>
                    <a:pt x="4702837" y="2359231"/>
                    <a:pt x="4800627" y="2252551"/>
                  </a:cubicBezTo>
                  <a:cubicBezTo>
                    <a:pt x="4804437" y="2248741"/>
                    <a:pt x="4820947" y="2238581"/>
                    <a:pt x="4823487" y="2236041"/>
                  </a:cubicBezTo>
                  <a:cubicBezTo>
                    <a:pt x="4958107" y="2154761"/>
                    <a:pt x="5124477" y="2143331"/>
                    <a:pt x="5227347" y="2031571"/>
                  </a:cubicBezTo>
                  <a:cubicBezTo>
                    <a:pt x="5266717" y="1946481"/>
                    <a:pt x="5370857" y="1838531"/>
                    <a:pt x="5255287" y="1768681"/>
                  </a:cubicBezTo>
                  <a:cubicBezTo>
                    <a:pt x="5267987" y="1750901"/>
                    <a:pt x="5261637" y="1726771"/>
                    <a:pt x="5248937" y="1700101"/>
                  </a:cubicBezTo>
                  <a:cubicBezTo>
                    <a:pt x="5196867" y="1714071"/>
                    <a:pt x="4956837" y="1667081"/>
                    <a:pt x="4903497" y="1645491"/>
                  </a:cubicBezTo>
                  <a:cubicBezTo>
                    <a:pt x="4914927" y="1618821"/>
                    <a:pt x="4890797" y="1592151"/>
                    <a:pt x="4897147" y="1576911"/>
                  </a:cubicBezTo>
                  <a:cubicBezTo>
                    <a:pt x="4946677" y="1574371"/>
                    <a:pt x="4960647" y="1555321"/>
                    <a:pt x="4989857" y="1543891"/>
                  </a:cubicBezTo>
                  <a:close/>
                </a:path>
              </a:pathLst>
            </a:custGeom>
            <a:blipFill>
              <a:blip r:embed="rId2"/>
              <a:stretch>
                <a:fillRect l="-3616" r="-3616"/>
              </a:stretch>
            </a:blipFill>
          </p:spPr>
          <p:txBody>
            <a:bodyPr/>
            <a:lstStyle/>
            <a:p>
              <a:endParaRPr lang="en-T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71267" y="4145301"/>
            <a:ext cx="7224061" cy="2154014"/>
            <a:chOff x="0" y="0"/>
            <a:chExt cx="9632082" cy="2872019"/>
          </a:xfrm>
        </p:grpSpPr>
        <p:sp>
          <p:nvSpPr>
            <p:cNvPr id="7" name="TextBox 7"/>
            <p:cNvSpPr txBox="1"/>
            <p:nvPr/>
          </p:nvSpPr>
          <p:spPr>
            <a:xfrm>
              <a:off x="1968782" y="0"/>
              <a:ext cx="7663300" cy="1460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639"/>
                </a:lnSpc>
              </a:pPr>
              <a:r>
                <a:rPr lang="en-US" sz="7199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Teşekkürler!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40711"/>
              <a:ext cx="9632082" cy="731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5117" y="7048500"/>
            <a:ext cx="7644483" cy="932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09"/>
              </a:lnSpc>
              <a:spcBef>
                <a:spcPct val="0"/>
              </a:spcBef>
            </a:pPr>
            <a:r>
              <a:rPr lang="en-US" sz="272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Ece Nur Arı | 24020091022@ogr.istiklal.edu.tr</a:t>
            </a:r>
          </a:p>
          <a:p>
            <a:pPr algn="ctr">
              <a:lnSpc>
                <a:spcPts val="3809"/>
              </a:lnSpc>
              <a:spcBef>
                <a:spcPct val="0"/>
              </a:spcBef>
            </a:pPr>
            <a:r>
              <a:rPr lang="en-US" sz="2721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Oğuz Karagöz | 24020091026@ogr.istiklal.edu.tr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596</Words>
  <Application>Microsoft Macintosh PowerPoint</Application>
  <PresentationFormat>Custom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Open Sans 1 Bold</vt:lpstr>
      <vt:lpstr>Open Sans 2 Bold</vt:lpstr>
      <vt:lpstr>Arimo</vt:lpstr>
      <vt:lpstr>Arial</vt:lpstr>
      <vt:lpstr>Calibri</vt:lpstr>
      <vt:lpstr>Open Sans 1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Projelerinde Git ve GitHub Kullanımı</dc:title>
  <cp:lastModifiedBy>Office</cp:lastModifiedBy>
  <cp:revision>3</cp:revision>
  <dcterms:created xsi:type="dcterms:W3CDTF">2006-08-16T00:00:00Z</dcterms:created>
  <dcterms:modified xsi:type="dcterms:W3CDTF">2025-12-25T10:50:27Z</dcterms:modified>
  <dc:identifier>DAG8CvQBKXM</dc:identifier>
</cp:coreProperties>
</file>